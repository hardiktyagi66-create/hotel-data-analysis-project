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8539" y="2514601"/>
            <a:ext cx="8913077" cy="2262781"/>
          </a:xfrm>
        </p:spPr>
        <p:txBody>
          <a:bodyPr anchor="b">
            <a:normAutofit/>
          </a:bodyPr>
          <a:lstStyle>
            <a:lvl1pPr>
              <a:defRPr sz="53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8539" y="4777380"/>
            <a:ext cx="8913077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1"/>
            <a:ext cx="1744198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4529541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363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250" y="624110"/>
            <a:ext cx="8909366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8538" y="2133600"/>
            <a:ext cx="8913078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07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8" y="2058750"/>
            <a:ext cx="8913077" cy="1468800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8538" y="3530129"/>
            <a:ext cx="8913077" cy="860400"/>
          </a:xfrm>
        </p:spPr>
        <p:txBody>
          <a:bodyPr anchor="t"/>
          <a:lstStyle>
            <a:lvl1pPr marL="0" indent="0" algn="l">
              <a:buNone/>
              <a:defRPr sz="199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31781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3244140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179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8538" y="2133600"/>
            <a:ext cx="4312741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88874" y="2126222"/>
            <a:ext cx="4312741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787783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98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8608" y="1972703"/>
            <a:ext cx="3991692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8538" y="2548966"/>
            <a:ext cx="4341762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4674" y="1969475"/>
            <a:ext cx="3997960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5091" y="2545738"/>
            <a:ext cx="433754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787783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591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298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4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8" y="446088"/>
            <a:ext cx="3504286" cy="976312"/>
          </a:xfrm>
        </p:spPr>
        <p:txBody>
          <a:bodyPr anchor="b"/>
          <a:lstStyle>
            <a:lvl1pPr algn="l">
              <a:defRPr sz="19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1365" y="446089"/>
            <a:ext cx="5180251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8" y="1598613"/>
            <a:ext cx="3504286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211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9" y="4800600"/>
            <a:ext cx="8913078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8538" y="634965"/>
            <a:ext cx="8913078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9" y="5367338"/>
            <a:ext cx="891307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491172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674" y="4983088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360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8" y="609600"/>
            <a:ext cx="8913077" cy="3117040"/>
          </a:xfrm>
        </p:spPr>
        <p:txBody>
          <a:bodyPr anchor="ctr">
            <a:normAutofit/>
          </a:bodyPr>
          <a:lstStyle>
            <a:lvl1pPr algn="l">
              <a:defRPr sz="47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8538" y="4354046"/>
            <a:ext cx="8913077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31781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3244140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952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207" y="609600"/>
            <a:ext cx="8391740" cy="2895600"/>
          </a:xfrm>
        </p:spPr>
        <p:txBody>
          <a:bodyPr anchor="ctr">
            <a:normAutofit/>
          </a:bodyPr>
          <a:lstStyle>
            <a:lvl1pPr algn="l">
              <a:defRPr sz="47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4159" y="3505200"/>
            <a:ext cx="7534591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8538" y="4354046"/>
            <a:ext cx="8913077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7" y="31781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3244140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010" y="648005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1958" y="290530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3779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9" y="2438401"/>
            <a:ext cx="8913078" cy="2724845"/>
          </a:xfrm>
        </p:spPr>
        <p:txBody>
          <a:bodyPr anchor="b">
            <a:normAutofit/>
          </a:bodyPr>
          <a:lstStyle>
            <a:lvl1pPr algn="l">
              <a:defRPr sz="47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9" y="5181600"/>
            <a:ext cx="8913078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491172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674" y="4983088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3955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207" y="609600"/>
            <a:ext cx="8391740" cy="2895600"/>
          </a:xfrm>
        </p:spPr>
        <p:txBody>
          <a:bodyPr anchor="ctr">
            <a:normAutofit/>
          </a:bodyPr>
          <a:lstStyle>
            <a:lvl1pPr algn="l">
              <a:defRPr sz="47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8538" y="4343400"/>
            <a:ext cx="8913078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9" y="5181600"/>
            <a:ext cx="8913078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7" y="491172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674" y="4983088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010" y="648005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1958" y="290530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944949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8" y="627407"/>
            <a:ext cx="8913077" cy="2880020"/>
          </a:xfrm>
        </p:spPr>
        <p:txBody>
          <a:bodyPr anchor="ctr">
            <a:normAutofit/>
          </a:bodyPr>
          <a:lstStyle>
            <a:lvl1pPr algn="l">
              <a:defRPr sz="47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8538" y="4343400"/>
            <a:ext cx="8913078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9" y="5181600"/>
            <a:ext cx="8913078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491172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674" y="4983088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5435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672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2392" y="627406"/>
            <a:ext cx="2207026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8538" y="627406"/>
            <a:ext cx="6475313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830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0773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14" y="-786"/>
            <a:ext cx="2356060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32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249" y="624110"/>
            <a:ext cx="8909366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8538" y="2133600"/>
            <a:ext cx="8913078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58914" y="6130437"/>
            <a:ext cx="1145984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8538" y="6135809"/>
            <a:ext cx="76180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674" y="787783"/>
            <a:ext cx="77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99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171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30" r:id="rId16"/>
  </p:sldLayoutIdLst>
  <p:txStyles>
    <p:titleStyle>
      <a:lvl1pPr algn="l" defTabSz="457063" rtl="0" eaLnBrk="1" latinLnBrk="0" hangingPunct="1">
        <a:spcBef>
          <a:spcPct val="0"/>
        </a:spcBef>
        <a:buNone/>
        <a:defRPr sz="3599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51660" y="1013460"/>
            <a:ext cx="756649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sz="4000" dirty="0"/>
              <a:t>Hotel Booking Analytics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18435" y="2200275"/>
            <a:ext cx="510684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dirty="0"/>
              <a:t>Power BI | SQL | Data Analytics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9122" y="1362136"/>
            <a:ext cx="385926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sz="4000"/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0631" y="2286000"/>
            <a:ext cx="4266296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dirty="0"/>
              <a:t>Objectives:</a:t>
            </a:r>
          </a:p>
          <a:p>
            <a:r>
              <a:rPr sz="2400" dirty="0"/>
              <a:t>• Analyze booking performance</a:t>
            </a:r>
          </a:p>
          <a:p>
            <a:r>
              <a:rPr sz="2400" dirty="0"/>
              <a:t>• Monitor revenue</a:t>
            </a:r>
          </a:p>
          <a:p>
            <a:r>
              <a:rPr sz="2400" dirty="0"/>
              <a:t>• Understand customer behavior</a:t>
            </a:r>
          </a:p>
          <a:p>
            <a:r>
              <a:rPr sz="2400" dirty="0"/>
              <a:t>• Evaluate transactions &amp; ratings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9992" y="1225099"/>
            <a:ext cx="397942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sz="4000" dirty="0"/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9992" y="2212123"/>
            <a:ext cx="273828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/>
              <a:t>Hotels, </a:t>
            </a:r>
            <a:endParaRPr lang="en-GB" sz="2400" dirty="0"/>
          </a:p>
          <a:p>
            <a:r>
              <a:rPr sz="2400" dirty="0"/>
              <a:t>Bookings, </a:t>
            </a:r>
            <a:br>
              <a:rPr lang="en-GB" sz="2400" dirty="0"/>
            </a:br>
            <a:r>
              <a:rPr sz="2400" dirty="0"/>
              <a:t>Users,</a:t>
            </a:r>
            <a:br>
              <a:rPr lang="en-GB" sz="2400" dirty="0"/>
            </a:br>
            <a:r>
              <a:rPr sz="2400" dirty="0"/>
              <a:t>Transactions, </a:t>
            </a:r>
            <a:br>
              <a:rPr lang="en-GB" sz="2400" dirty="0"/>
            </a:br>
            <a:r>
              <a:rPr sz="2400" dirty="0"/>
              <a:t>Ratings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45863" y="1427644"/>
            <a:ext cx="386060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sz="4000" dirty="0"/>
              <a:t>Project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5863" y="2477729"/>
            <a:ext cx="1038252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dirty="0"/>
              <a:t>Raw Data → Cleaning → SQL → Data Model → DAX → Dashboards →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530145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sz="4000"/>
              <a:t>Relationship Data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E51678-058D-436D-98CF-AE405A410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02" y="890766"/>
            <a:ext cx="11072820" cy="53083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284058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sz="4000"/>
              <a:t>SQL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14BBE2-1F82-43DD-B3AD-0EB533F4C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22960"/>
            <a:ext cx="3642676" cy="2720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CC5DAE-5976-4DDC-8B09-B71BA1320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481" y="708424"/>
            <a:ext cx="4435224" cy="27205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791DE2-2610-49FD-8CDF-4D5AD97857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5511" y="0"/>
            <a:ext cx="4063314" cy="27281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80675B-325E-4AE8-B7DB-639ABB8A73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463" y="3429000"/>
            <a:ext cx="4435224" cy="27967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22B62E-BC56-4418-BD41-CEF1A6E550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3744" y="2880426"/>
            <a:ext cx="5159187" cy="33453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611577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lang="en-IN" sz="4000" dirty="0"/>
              <a:t>Hotel Booking Overview</a:t>
            </a:r>
            <a:endParaRPr sz="4000" dirty="0"/>
          </a:p>
        </p:txBody>
      </p:sp>
      <p:pic>
        <p:nvPicPr>
          <p:cNvPr id="3" name="Picture 2" descr="Screenshot 2026-07-05 174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0972800" cy="6184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00732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lang="en-IN" sz="4000" dirty="0"/>
              <a:t>Customer &amp; Transaction Insights</a:t>
            </a:r>
            <a:endParaRPr sz="4000" dirty="0"/>
          </a:p>
        </p:txBody>
      </p:sp>
      <p:pic>
        <p:nvPicPr>
          <p:cNvPr id="3" name="Picture 2" descr="Screenshot 2026-07-05 1744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0972800" cy="60758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8675" y="1497330"/>
            <a:ext cx="452713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sz="4000" dirty="0"/>
              <a:t>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8675" y="2543175"/>
            <a:ext cx="4083169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dirty="0"/>
              <a:t>• Highest revenue city</a:t>
            </a:r>
          </a:p>
          <a:p>
            <a:r>
              <a:rPr sz="2400" dirty="0"/>
              <a:t>• Top hotels</a:t>
            </a:r>
          </a:p>
          <a:p>
            <a:r>
              <a:rPr sz="2400" dirty="0"/>
              <a:t>• </a:t>
            </a:r>
            <a:r>
              <a:rPr lang="en-GB" sz="2400" dirty="0"/>
              <a:t>Revenue by </a:t>
            </a:r>
            <a:r>
              <a:rPr lang="en-GB" sz="2400" dirty="0" err="1"/>
              <a:t>Group_Age</a:t>
            </a:r>
            <a:endParaRPr sz="2400" dirty="0"/>
          </a:p>
          <a:p>
            <a:r>
              <a:rPr sz="2400" dirty="0"/>
              <a:t>• Success rate</a:t>
            </a:r>
          </a:p>
          <a:p>
            <a:r>
              <a:rPr sz="2400" dirty="0"/>
              <a:t>• Rating insights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5810" y="1511617"/>
            <a:ext cx="450488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sz="4000" dirty="0"/>
              <a:t>Tools &amp;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5810" y="2528888"/>
            <a:ext cx="2202847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GB" sz="2400" dirty="0"/>
              <a:t> </a:t>
            </a:r>
            <a:r>
              <a:rPr sz="2400" dirty="0"/>
              <a:t>Power BI,</a:t>
            </a:r>
            <a:endParaRPr lang="en-GB" sz="2400" dirty="0"/>
          </a:p>
          <a:p>
            <a:r>
              <a:rPr sz="2400" dirty="0"/>
              <a:t> SQL, </a:t>
            </a:r>
            <a:endParaRPr lang="en-GB" sz="2400" dirty="0"/>
          </a:p>
          <a:p>
            <a:r>
              <a:rPr sz="2400" dirty="0"/>
              <a:t> DAX, </a:t>
            </a:r>
            <a:endParaRPr lang="en-GB" sz="2400" dirty="0"/>
          </a:p>
          <a:p>
            <a:r>
              <a:rPr lang="en-GB" sz="2400" dirty="0"/>
              <a:t> </a:t>
            </a:r>
            <a:r>
              <a:rPr sz="2400" dirty="0"/>
              <a:t>Power Query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8800" y="1465897"/>
            <a:ext cx="492795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sz="4000" dirty="0"/>
              <a:t>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800" y="2769542"/>
            <a:ext cx="2882520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GB" sz="2400" dirty="0"/>
              <a:t> </a:t>
            </a:r>
            <a:r>
              <a:rPr sz="2400" dirty="0"/>
              <a:t>Relationships,</a:t>
            </a:r>
            <a:endParaRPr lang="en-GB" sz="2400" dirty="0"/>
          </a:p>
          <a:p>
            <a:r>
              <a:rPr sz="2400" dirty="0"/>
              <a:t> DAX, </a:t>
            </a:r>
            <a:endParaRPr lang="en-GB" sz="2400" dirty="0"/>
          </a:p>
          <a:p>
            <a:r>
              <a:rPr lang="en-GB" sz="2400" dirty="0"/>
              <a:t> </a:t>
            </a:r>
            <a:r>
              <a:rPr sz="2400" dirty="0"/>
              <a:t>KPIs,</a:t>
            </a:r>
            <a:endParaRPr lang="en-GB" sz="2400" dirty="0"/>
          </a:p>
          <a:p>
            <a:r>
              <a:rPr sz="2400" dirty="0"/>
              <a:t> Interactive visuals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7235" y="1377222"/>
            <a:ext cx="467243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sz="4000" dirty="0"/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685" y="2694920"/>
            <a:ext cx="2012987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dirty="0"/>
              <a:t>Forecasting</a:t>
            </a:r>
            <a:r>
              <a:rPr sz="2800" dirty="0"/>
              <a:t>, </a:t>
            </a:r>
            <a:endParaRPr lang="en-GB" sz="2800" dirty="0"/>
          </a:p>
          <a:p>
            <a:r>
              <a:rPr sz="2400" dirty="0"/>
              <a:t>Segmentation</a:t>
            </a:r>
            <a:r>
              <a:rPr sz="2800" dirty="0"/>
              <a:t>, </a:t>
            </a:r>
            <a:endParaRPr lang="en-GB" sz="2800" dirty="0"/>
          </a:p>
          <a:p>
            <a:r>
              <a:rPr sz="2400" dirty="0"/>
              <a:t>Occupancy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0098" y="1508373"/>
            <a:ext cx="253146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sz="4000" dirty="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06499"/>
            <a:ext cx="597875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dirty="0"/>
              <a:t>Business-ready interactive analytics dashboard.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94885" y="2083118"/>
            <a:ext cx="234897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sz="4000" dirty="0"/>
              <a:t>Thank</a:t>
            </a:r>
            <a:r>
              <a:rPr dirty="0"/>
              <a:t> </a:t>
            </a:r>
            <a:r>
              <a:rPr sz="4000" dirty="0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33</TotalTime>
  <Words>143</Words>
  <Application>Microsoft Office PowerPoint</Application>
  <PresentationFormat>Custom</PresentationFormat>
  <Paragraphs>40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HP</dc:creator>
  <cp:keywords/>
  <dc:description>generated using python-pptx</dc:description>
  <cp:lastModifiedBy>HARDIK</cp:lastModifiedBy>
  <cp:revision>2</cp:revision>
  <dcterms:created xsi:type="dcterms:W3CDTF">2013-01-27T09:14:16Z</dcterms:created>
  <dcterms:modified xsi:type="dcterms:W3CDTF">2026-07-08T14:42:43Z</dcterms:modified>
  <cp:category/>
</cp:coreProperties>
</file>